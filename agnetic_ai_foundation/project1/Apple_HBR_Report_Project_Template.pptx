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59E989-7201-45C2-A696-9E0BDE5E1875}">
  <a:tblStyle styleId="{5359E989-7201-45C2-A696-9E0BDE5E187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4.xml"/><Relationship Id="rId33" Type="http://schemas.openxmlformats.org/officeDocument/2006/relationships/font" Target="fonts/NunitoExtraBold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ExtraBold-bold.fntdata"/><Relationship Id="rId13" Type="http://schemas.openxmlformats.org/officeDocument/2006/relationships/slide" Target="slides/slide6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5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{5359E989-7201-45C2-A696-9E0BDE5E1875}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3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3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{5359E989-7201-45C2-A696-9E0BDE5E1875}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91799" y="13279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LLM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7"/>
          <p:cNvSpPr/>
          <p:nvPr/>
        </p:nvSpPr>
        <p:spPr>
          <a:xfrm>
            <a:off x="403421" y="185203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91799" y="1748513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LLM with Prompt Engineering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91799" y="22196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 for RAG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403421" y="2785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91799" y="26768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RAG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87" name="Google Shape;187;p38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8" name="Google Shape;188;p38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actionable insights and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4" name="Google Shape;194;p39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5" name="Google Shape;195;p39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9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p39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/>
        </p:nvSpPr>
        <p:spPr>
          <a:xfrm>
            <a:off x="401450" y="27896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4" name="Google Shape;204;p40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40"/>
          <p:cNvSpPr txBox="1"/>
          <p:nvPr/>
        </p:nvSpPr>
        <p:spPr>
          <a:xfrm>
            <a:off x="691800" y="1686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answers to all the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0"/>
          <p:cNvSpPr/>
          <p:nvPr/>
        </p:nvSpPr>
        <p:spPr>
          <a:xfrm>
            <a:off x="403421" y="2252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691800" y="21434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40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40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model name and parameters used (temperature, max_tokens, etc.)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/>
        </p:nvSpPr>
        <p:spPr>
          <a:xfrm>
            <a:off x="325250" y="33992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" name="Google Shape;215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 with Prompt Engineering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6" name="Google Shape;216;p41"/>
          <p:cNvSpPr/>
          <p:nvPr/>
        </p:nvSpPr>
        <p:spPr>
          <a:xfrm>
            <a:off x="403421" y="2404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" name="Google Shape;217;p41"/>
          <p:cNvSpPr txBox="1"/>
          <p:nvPr/>
        </p:nvSpPr>
        <p:spPr>
          <a:xfrm>
            <a:off x="691800" y="22958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41"/>
          <p:cNvSpPr/>
          <p:nvPr/>
        </p:nvSpPr>
        <p:spPr>
          <a:xfrm>
            <a:off x="403421" y="1490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691800" y="1381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system prompt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41"/>
          <p:cNvSpPr/>
          <p:nvPr/>
        </p:nvSpPr>
        <p:spPr>
          <a:xfrm>
            <a:off x="403421" y="1947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41"/>
          <p:cNvSpPr txBox="1"/>
          <p:nvPr/>
        </p:nvSpPr>
        <p:spPr>
          <a:xfrm>
            <a:off x="691800" y="1838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answers to all the provided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/>
        </p:nvSpPr>
        <p:spPr>
          <a:xfrm>
            <a:off x="477650" y="4008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Preparation for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8" name="Google Shape;228;p42"/>
          <p:cNvSpPr/>
          <p:nvPr/>
        </p:nvSpPr>
        <p:spPr>
          <a:xfrm>
            <a:off x="4796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" name="Google Shape;229;p42"/>
          <p:cNvSpPr txBox="1"/>
          <p:nvPr/>
        </p:nvSpPr>
        <p:spPr>
          <a:xfrm>
            <a:off x="768000" y="16862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parameters used to split the data (</a:t>
            </a:r>
            <a:r>
              <a:rPr b="1" i="1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chunk_overlap,chunk_size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42"/>
          <p:cNvSpPr/>
          <p:nvPr/>
        </p:nvSpPr>
        <p:spPr>
          <a:xfrm>
            <a:off x="4796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" name="Google Shape;231;p42"/>
          <p:cNvSpPr txBox="1"/>
          <p:nvPr/>
        </p:nvSpPr>
        <p:spPr>
          <a:xfrm>
            <a:off x="7680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name of dataset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42"/>
          <p:cNvSpPr/>
          <p:nvPr/>
        </p:nvSpPr>
        <p:spPr>
          <a:xfrm>
            <a:off x="479621" y="2556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768000" y="2448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name of the embedding model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42"/>
          <p:cNvSpPr/>
          <p:nvPr/>
        </p:nvSpPr>
        <p:spPr>
          <a:xfrm>
            <a:off x="479621" y="2937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42"/>
          <p:cNvSpPr txBox="1"/>
          <p:nvPr/>
        </p:nvSpPr>
        <p:spPr>
          <a:xfrm>
            <a:off x="768000" y="28292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parameters used to define the RAG (</a:t>
            </a:r>
            <a:r>
              <a:rPr b="1" i="1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k, max_tokens, temperature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41" name="Google Shape;241;p43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43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" name="Google Shape;243;p43"/>
          <p:cNvSpPr txBox="1"/>
          <p:nvPr/>
        </p:nvSpPr>
        <p:spPr>
          <a:xfrm>
            <a:off x="691800" y="2219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43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43"/>
          <p:cNvSpPr txBox="1"/>
          <p:nvPr/>
        </p:nvSpPr>
        <p:spPr>
          <a:xfrm>
            <a:off x="6918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system and user prompt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43"/>
          <p:cNvSpPr/>
          <p:nvPr/>
        </p:nvSpPr>
        <p:spPr>
          <a:xfrm>
            <a:off x="4034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43"/>
          <p:cNvSpPr txBox="1"/>
          <p:nvPr/>
        </p:nvSpPr>
        <p:spPr>
          <a:xfrm>
            <a:off x="6918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answers to all the provided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4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Background and Contents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59" name="Google Shape;259;p45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45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data background and contents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" name="Google Shape;267;p46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5" name="Google Shape;275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