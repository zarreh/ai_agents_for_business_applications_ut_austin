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7522E0-F241-4B9C-A4C8-D9F3CC3282DF}">
  <a:tblStyle styleId="{D37522E0-F241-4B9C-A4C8-D9F3CC3282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5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{D37522E0-F241-4B9C-A4C8-D9F3CC3282DF}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3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3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{D37522E0-F241-4B9C-A4C8-D9F3CC3282DF}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356221" y="11373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356221" y="160868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Business Problem Overview and Solution Approach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356221" y="207999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 Loading and Model Initialization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356221" y="25512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Defining Tools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356227" y="302260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Defining the Agent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7"/>
          <p:cNvSpPr/>
          <p:nvPr/>
        </p:nvSpPr>
        <p:spPr>
          <a:xfrm>
            <a:off x="356227" y="34939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 Cases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1" name="Google Shape;191;p38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conclusions and business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39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9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Loading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7" name="Google Shape;207;p40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691800" y="1686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attributes of the data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4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data used in the solution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Model Initialization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7" name="Google Shape;217;p41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41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model(s) and parameter(s) used in the solution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Tools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42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tools used by the AI Agent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42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functionality of the tools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the Agent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5" name="Google Shape;235;p43"/>
          <p:cNvSpPr/>
          <p:nvPr/>
        </p:nvSpPr>
        <p:spPr>
          <a:xfrm>
            <a:off x="4796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768000" y="1686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state of the AI Agent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3"/>
          <p:cNvSpPr/>
          <p:nvPr/>
        </p:nvSpPr>
        <p:spPr>
          <a:xfrm>
            <a:off x="4796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43"/>
          <p:cNvSpPr txBox="1"/>
          <p:nvPr/>
        </p:nvSpPr>
        <p:spPr>
          <a:xfrm>
            <a:off x="7680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Visualize and summarize the overall architecture of the AI Agent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43"/>
          <p:cNvSpPr/>
          <p:nvPr/>
        </p:nvSpPr>
        <p:spPr>
          <a:xfrm>
            <a:off x="477646" y="2195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766025" y="2086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different components of the AI Agent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3"/>
          <p:cNvSpPr/>
          <p:nvPr/>
        </p:nvSpPr>
        <p:spPr>
          <a:xfrm>
            <a:off x="477646" y="2576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766025" y="2467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prompt(s)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4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Test Cases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9" name="Google Shape;249;p44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p44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1" name="Google Shape;251;p44"/>
          <p:cNvSpPr txBox="1"/>
          <p:nvPr/>
        </p:nvSpPr>
        <p:spPr>
          <a:xfrm>
            <a:off x="691800" y="22196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Share the traces of AI Agent messages for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44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3" name="Google Shape;253;p44"/>
          <p:cNvSpPr txBox="1"/>
          <p:nvPr/>
        </p:nvSpPr>
        <p:spPr>
          <a:xfrm>
            <a:off x="691800" y="13052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44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" name="Google Shape;255;p44"/>
          <p:cNvSpPr txBox="1"/>
          <p:nvPr/>
        </p:nvSpPr>
        <p:spPr>
          <a:xfrm>
            <a:off x="691800" y="17624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Share the AI Agent responses for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44"/>
          <p:cNvSpPr/>
          <p:nvPr/>
        </p:nvSpPr>
        <p:spPr>
          <a:xfrm>
            <a:off x="403421" y="2728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44"/>
          <p:cNvSpPr txBox="1"/>
          <p:nvPr/>
        </p:nvSpPr>
        <p:spPr>
          <a:xfrm>
            <a:off x="691800" y="26198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Comment on the accuracy and relevance of the AI Agent response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5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9" name="Google Shape;269;p4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4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78" name="Google Shape;278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